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659" r:id="rId41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05" Type="http://schemas.openxmlformats.org/officeDocument/2006/relationships/slide" Target="slides/slide200.xml"/><Relationship Id="rId206" Type="http://schemas.openxmlformats.org/officeDocument/2006/relationships/slide" Target="slides/slide201.xml"/><Relationship Id="rId207" Type="http://schemas.openxmlformats.org/officeDocument/2006/relationships/slide" Target="slides/slide202.xml"/><Relationship Id="rId208" Type="http://schemas.openxmlformats.org/officeDocument/2006/relationships/slide" Target="slides/slide203.xml"/><Relationship Id="rId209" Type="http://schemas.openxmlformats.org/officeDocument/2006/relationships/slide" Target="slides/slide204.xml"/><Relationship Id="rId210" Type="http://schemas.openxmlformats.org/officeDocument/2006/relationships/slide" Target="slides/slide205.xml"/><Relationship Id="rId211" Type="http://schemas.openxmlformats.org/officeDocument/2006/relationships/slide" Target="slides/slide206.xml"/><Relationship Id="rId212" Type="http://schemas.openxmlformats.org/officeDocument/2006/relationships/slide" Target="slides/slide207.xml"/><Relationship Id="rId213" Type="http://schemas.openxmlformats.org/officeDocument/2006/relationships/slide" Target="slides/slide208.xml"/><Relationship Id="rId214" Type="http://schemas.openxmlformats.org/officeDocument/2006/relationships/slide" Target="slides/slide209.xml"/><Relationship Id="rId215" Type="http://schemas.openxmlformats.org/officeDocument/2006/relationships/slide" Target="slides/slide210.xml"/><Relationship Id="rId216" Type="http://schemas.openxmlformats.org/officeDocument/2006/relationships/slide" Target="slides/slide211.xml"/><Relationship Id="rId217" Type="http://schemas.openxmlformats.org/officeDocument/2006/relationships/slide" Target="slides/slide212.xml"/><Relationship Id="rId218" Type="http://schemas.openxmlformats.org/officeDocument/2006/relationships/slide" Target="slides/slide213.xml"/><Relationship Id="rId219" Type="http://schemas.openxmlformats.org/officeDocument/2006/relationships/slide" Target="slides/slide214.xml"/><Relationship Id="rId220" Type="http://schemas.openxmlformats.org/officeDocument/2006/relationships/slide" Target="slides/slide215.xml"/><Relationship Id="rId221" Type="http://schemas.openxmlformats.org/officeDocument/2006/relationships/slide" Target="slides/slide216.xml"/><Relationship Id="rId222" Type="http://schemas.openxmlformats.org/officeDocument/2006/relationships/slide" Target="slides/slide217.xml"/><Relationship Id="rId223" Type="http://schemas.openxmlformats.org/officeDocument/2006/relationships/slide" Target="slides/slide218.xml"/><Relationship Id="rId224" Type="http://schemas.openxmlformats.org/officeDocument/2006/relationships/slide" Target="slides/slide219.xml"/><Relationship Id="rId225" Type="http://schemas.openxmlformats.org/officeDocument/2006/relationships/slide" Target="slides/slide220.xml"/><Relationship Id="rId226" Type="http://schemas.openxmlformats.org/officeDocument/2006/relationships/slide" Target="slides/slide221.xml"/><Relationship Id="rId227" Type="http://schemas.openxmlformats.org/officeDocument/2006/relationships/slide" Target="slides/slide222.xml"/><Relationship Id="rId228" Type="http://schemas.openxmlformats.org/officeDocument/2006/relationships/slide" Target="slides/slide223.xml"/><Relationship Id="rId229" Type="http://schemas.openxmlformats.org/officeDocument/2006/relationships/slide" Target="slides/slide224.xml"/><Relationship Id="rId230" Type="http://schemas.openxmlformats.org/officeDocument/2006/relationships/slide" Target="slides/slide225.xml"/><Relationship Id="rId231" Type="http://schemas.openxmlformats.org/officeDocument/2006/relationships/slide" Target="slides/slide226.xml"/><Relationship Id="rId232" Type="http://schemas.openxmlformats.org/officeDocument/2006/relationships/slide" Target="slides/slide227.xml"/><Relationship Id="rId233" Type="http://schemas.openxmlformats.org/officeDocument/2006/relationships/slide" Target="slides/slide228.xml"/><Relationship Id="rId234" Type="http://schemas.openxmlformats.org/officeDocument/2006/relationships/slide" Target="slides/slide229.xml"/><Relationship Id="rId235" Type="http://schemas.openxmlformats.org/officeDocument/2006/relationships/slide" Target="slides/slide230.xml"/><Relationship Id="rId236" Type="http://schemas.openxmlformats.org/officeDocument/2006/relationships/slide" Target="slides/slide231.xml"/><Relationship Id="rId237" Type="http://schemas.openxmlformats.org/officeDocument/2006/relationships/slide" Target="slides/slide232.xml"/><Relationship Id="rId238" Type="http://schemas.openxmlformats.org/officeDocument/2006/relationships/slide" Target="slides/slide233.xml"/><Relationship Id="rId239" Type="http://schemas.openxmlformats.org/officeDocument/2006/relationships/slide" Target="slides/slide234.xml"/><Relationship Id="rId240" Type="http://schemas.openxmlformats.org/officeDocument/2006/relationships/slide" Target="slides/slide235.xml"/><Relationship Id="rId241" Type="http://schemas.openxmlformats.org/officeDocument/2006/relationships/slide" Target="slides/slide236.xml"/><Relationship Id="rId242" Type="http://schemas.openxmlformats.org/officeDocument/2006/relationships/slide" Target="slides/slide237.xml"/><Relationship Id="rId243" Type="http://schemas.openxmlformats.org/officeDocument/2006/relationships/slide" Target="slides/slide238.xml"/><Relationship Id="rId244" Type="http://schemas.openxmlformats.org/officeDocument/2006/relationships/slide" Target="slides/slide239.xml"/><Relationship Id="rId245" Type="http://schemas.openxmlformats.org/officeDocument/2006/relationships/slide" Target="slides/slide240.xml"/><Relationship Id="rId246" Type="http://schemas.openxmlformats.org/officeDocument/2006/relationships/slide" Target="slides/slide241.xml"/><Relationship Id="rId247" Type="http://schemas.openxmlformats.org/officeDocument/2006/relationships/slide" Target="slides/slide242.xml"/><Relationship Id="rId248" Type="http://schemas.openxmlformats.org/officeDocument/2006/relationships/slide" Target="slides/slide243.xml"/><Relationship Id="rId249" Type="http://schemas.openxmlformats.org/officeDocument/2006/relationships/slide" Target="slides/slide244.xml"/><Relationship Id="rId250" Type="http://schemas.openxmlformats.org/officeDocument/2006/relationships/slide" Target="slides/slide245.xml"/><Relationship Id="rId251" Type="http://schemas.openxmlformats.org/officeDocument/2006/relationships/slide" Target="slides/slide246.xml"/><Relationship Id="rId252" Type="http://schemas.openxmlformats.org/officeDocument/2006/relationships/slide" Target="slides/slide247.xml"/><Relationship Id="rId253" Type="http://schemas.openxmlformats.org/officeDocument/2006/relationships/slide" Target="slides/slide248.xml"/><Relationship Id="rId254" Type="http://schemas.openxmlformats.org/officeDocument/2006/relationships/slide" Target="slides/slide249.xml"/><Relationship Id="rId255" Type="http://schemas.openxmlformats.org/officeDocument/2006/relationships/slide" Target="slides/slide250.xml"/><Relationship Id="rId256" Type="http://schemas.openxmlformats.org/officeDocument/2006/relationships/slide" Target="slides/slide251.xml"/><Relationship Id="rId257" Type="http://schemas.openxmlformats.org/officeDocument/2006/relationships/slide" Target="slides/slide252.xml"/><Relationship Id="rId258" Type="http://schemas.openxmlformats.org/officeDocument/2006/relationships/slide" Target="slides/slide253.xml"/><Relationship Id="rId259" Type="http://schemas.openxmlformats.org/officeDocument/2006/relationships/slide" Target="slides/slide254.xml"/><Relationship Id="rId260" Type="http://schemas.openxmlformats.org/officeDocument/2006/relationships/slide" Target="slides/slide255.xml"/><Relationship Id="rId261" Type="http://schemas.openxmlformats.org/officeDocument/2006/relationships/slide" Target="slides/slide256.xml"/><Relationship Id="rId262" Type="http://schemas.openxmlformats.org/officeDocument/2006/relationships/slide" Target="slides/slide257.xml"/><Relationship Id="rId263" Type="http://schemas.openxmlformats.org/officeDocument/2006/relationships/slide" Target="slides/slide258.xml"/><Relationship Id="rId264" Type="http://schemas.openxmlformats.org/officeDocument/2006/relationships/slide" Target="slides/slide259.xml"/><Relationship Id="rId265" Type="http://schemas.openxmlformats.org/officeDocument/2006/relationships/slide" Target="slides/slide260.xml"/><Relationship Id="rId266" Type="http://schemas.openxmlformats.org/officeDocument/2006/relationships/slide" Target="slides/slide261.xml"/><Relationship Id="rId267" Type="http://schemas.openxmlformats.org/officeDocument/2006/relationships/slide" Target="slides/slide262.xml"/><Relationship Id="rId268" Type="http://schemas.openxmlformats.org/officeDocument/2006/relationships/slide" Target="slides/slide263.xml"/><Relationship Id="rId269" Type="http://schemas.openxmlformats.org/officeDocument/2006/relationships/slide" Target="slides/slide264.xml"/><Relationship Id="rId270" Type="http://schemas.openxmlformats.org/officeDocument/2006/relationships/slide" Target="slides/slide265.xml"/><Relationship Id="rId271" Type="http://schemas.openxmlformats.org/officeDocument/2006/relationships/slide" Target="slides/slide266.xml"/><Relationship Id="rId272" Type="http://schemas.openxmlformats.org/officeDocument/2006/relationships/slide" Target="slides/slide267.xml"/><Relationship Id="rId273" Type="http://schemas.openxmlformats.org/officeDocument/2006/relationships/slide" Target="slides/slide268.xml"/><Relationship Id="rId274" Type="http://schemas.openxmlformats.org/officeDocument/2006/relationships/slide" Target="slides/slide269.xml"/><Relationship Id="rId275" Type="http://schemas.openxmlformats.org/officeDocument/2006/relationships/slide" Target="slides/slide270.xml"/><Relationship Id="rId276" Type="http://schemas.openxmlformats.org/officeDocument/2006/relationships/slide" Target="slides/slide271.xml"/><Relationship Id="rId277" Type="http://schemas.openxmlformats.org/officeDocument/2006/relationships/slide" Target="slides/slide272.xml"/><Relationship Id="rId278" Type="http://schemas.openxmlformats.org/officeDocument/2006/relationships/slide" Target="slides/slide273.xml"/><Relationship Id="rId279" Type="http://schemas.openxmlformats.org/officeDocument/2006/relationships/slide" Target="slides/slide274.xml"/><Relationship Id="rId280" Type="http://schemas.openxmlformats.org/officeDocument/2006/relationships/slide" Target="slides/slide275.xml"/><Relationship Id="rId281" Type="http://schemas.openxmlformats.org/officeDocument/2006/relationships/slide" Target="slides/slide276.xml"/><Relationship Id="rId282" Type="http://schemas.openxmlformats.org/officeDocument/2006/relationships/slide" Target="slides/slide277.xml"/><Relationship Id="rId283" Type="http://schemas.openxmlformats.org/officeDocument/2006/relationships/slide" Target="slides/slide278.xml"/><Relationship Id="rId284" Type="http://schemas.openxmlformats.org/officeDocument/2006/relationships/slide" Target="slides/slide279.xml"/><Relationship Id="rId285" Type="http://schemas.openxmlformats.org/officeDocument/2006/relationships/slide" Target="slides/slide280.xml"/><Relationship Id="rId286" Type="http://schemas.openxmlformats.org/officeDocument/2006/relationships/slide" Target="slides/slide281.xml"/><Relationship Id="rId287" Type="http://schemas.openxmlformats.org/officeDocument/2006/relationships/slide" Target="slides/slide282.xml"/><Relationship Id="rId288" Type="http://schemas.openxmlformats.org/officeDocument/2006/relationships/slide" Target="slides/slide283.xml"/><Relationship Id="rId289" Type="http://schemas.openxmlformats.org/officeDocument/2006/relationships/slide" Target="slides/slide284.xml"/><Relationship Id="rId290" Type="http://schemas.openxmlformats.org/officeDocument/2006/relationships/slide" Target="slides/slide285.xml"/><Relationship Id="rId291" Type="http://schemas.openxmlformats.org/officeDocument/2006/relationships/slide" Target="slides/slide286.xml"/><Relationship Id="rId292" Type="http://schemas.openxmlformats.org/officeDocument/2006/relationships/slide" Target="slides/slide287.xml"/><Relationship Id="rId293" Type="http://schemas.openxmlformats.org/officeDocument/2006/relationships/slide" Target="slides/slide288.xml"/><Relationship Id="rId294" Type="http://schemas.openxmlformats.org/officeDocument/2006/relationships/slide" Target="slides/slide289.xml"/><Relationship Id="rId295" Type="http://schemas.openxmlformats.org/officeDocument/2006/relationships/slide" Target="slides/slide290.xml"/><Relationship Id="rId296" Type="http://schemas.openxmlformats.org/officeDocument/2006/relationships/slide" Target="slides/slide291.xml"/><Relationship Id="rId297" Type="http://schemas.openxmlformats.org/officeDocument/2006/relationships/slide" Target="slides/slide292.xml"/><Relationship Id="rId298" Type="http://schemas.openxmlformats.org/officeDocument/2006/relationships/slide" Target="slides/slide293.xml"/><Relationship Id="rId299" Type="http://schemas.openxmlformats.org/officeDocument/2006/relationships/slide" Target="slides/slide294.xml"/><Relationship Id="rId300" Type="http://schemas.openxmlformats.org/officeDocument/2006/relationships/slide" Target="slides/slide295.xml"/><Relationship Id="rId301" Type="http://schemas.openxmlformats.org/officeDocument/2006/relationships/slide" Target="slides/slide296.xml"/><Relationship Id="rId302" Type="http://schemas.openxmlformats.org/officeDocument/2006/relationships/slide" Target="slides/slide297.xml"/><Relationship Id="rId303" Type="http://schemas.openxmlformats.org/officeDocument/2006/relationships/slide" Target="slides/slide298.xml"/><Relationship Id="rId304" Type="http://schemas.openxmlformats.org/officeDocument/2006/relationships/slide" Target="slides/slide299.xml"/><Relationship Id="rId305" Type="http://schemas.openxmlformats.org/officeDocument/2006/relationships/slide" Target="slides/slide300.xml"/><Relationship Id="rId306" Type="http://schemas.openxmlformats.org/officeDocument/2006/relationships/slide" Target="slides/slide301.xml"/><Relationship Id="rId307" Type="http://schemas.openxmlformats.org/officeDocument/2006/relationships/slide" Target="slides/slide302.xml"/><Relationship Id="rId308" Type="http://schemas.openxmlformats.org/officeDocument/2006/relationships/slide" Target="slides/slide303.xml"/><Relationship Id="rId309" Type="http://schemas.openxmlformats.org/officeDocument/2006/relationships/slide" Target="slides/slide304.xml"/><Relationship Id="rId310" Type="http://schemas.openxmlformats.org/officeDocument/2006/relationships/slide" Target="slides/slide305.xml"/><Relationship Id="rId311" Type="http://schemas.openxmlformats.org/officeDocument/2006/relationships/slide" Target="slides/slide306.xml"/><Relationship Id="rId312" Type="http://schemas.openxmlformats.org/officeDocument/2006/relationships/slide" Target="slides/slide307.xml"/><Relationship Id="rId313" Type="http://schemas.openxmlformats.org/officeDocument/2006/relationships/slide" Target="slides/slide308.xml"/><Relationship Id="rId314" Type="http://schemas.openxmlformats.org/officeDocument/2006/relationships/slide" Target="slides/slide309.xml"/><Relationship Id="rId315" Type="http://schemas.openxmlformats.org/officeDocument/2006/relationships/slide" Target="slides/slide310.xml"/><Relationship Id="rId316" Type="http://schemas.openxmlformats.org/officeDocument/2006/relationships/slide" Target="slides/slide311.xml"/><Relationship Id="rId317" Type="http://schemas.openxmlformats.org/officeDocument/2006/relationships/slide" Target="slides/slide312.xml"/><Relationship Id="rId318" Type="http://schemas.openxmlformats.org/officeDocument/2006/relationships/slide" Target="slides/slide313.xml"/><Relationship Id="rId319" Type="http://schemas.openxmlformats.org/officeDocument/2006/relationships/slide" Target="slides/slide314.xml"/><Relationship Id="rId320" Type="http://schemas.openxmlformats.org/officeDocument/2006/relationships/slide" Target="slides/slide315.xml"/><Relationship Id="rId321" Type="http://schemas.openxmlformats.org/officeDocument/2006/relationships/slide" Target="slides/slide316.xml"/><Relationship Id="rId322" Type="http://schemas.openxmlformats.org/officeDocument/2006/relationships/slide" Target="slides/slide317.xml"/><Relationship Id="rId323" Type="http://schemas.openxmlformats.org/officeDocument/2006/relationships/slide" Target="slides/slide318.xml"/><Relationship Id="rId324" Type="http://schemas.openxmlformats.org/officeDocument/2006/relationships/slide" Target="slides/slide319.xml"/><Relationship Id="rId325" Type="http://schemas.openxmlformats.org/officeDocument/2006/relationships/slide" Target="slides/slide320.xml"/><Relationship Id="rId326" Type="http://schemas.openxmlformats.org/officeDocument/2006/relationships/slide" Target="slides/slide321.xml"/><Relationship Id="rId327" Type="http://schemas.openxmlformats.org/officeDocument/2006/relationships/slide" Target="slides/slide322.xml"/><Relationship Id="rId328" Type="http://schemas.openxmlformats.org/officeDocument/2006/relationships/slide" Target="slides/slide323.xml"/><Relationship Id="rId329" Type="http://schemas.openxmlformats.org/officeDocument/2006/relationships/slide" Target="slides/slide324.xml"/><Relationship Id="rId330" Type="http://schemas.openxmlformats.org/officeDocument/2006/relationships/slide" Target="slides/slide325.xml"/><Relationship Id="rId331" Type="http://schemas.openxmlformats.org/officeDocument/2006/relationships/slide" Target="slides/slide326.xml"/><Relationship Id="rId332" Type="http://schemas.openxmlformats.org/officeDocument/2006/relationships/slide" Target="slides/slide327.xml"/><Relationship Id="rId333" Type="http://schemas.openxmlformats.org/officeDocument/2006/relationships/slide" Target="slides/slide328.xml"/><Relationship Id="rId334" Type="http://schemas.openxmlformats.org/officeDocument/2006/relationships/slide" Target="slides/slide329.xml"/><Relationship Id="rId335" Type="http://schemas.openxmlformats.org/officeDocument/2006/relationships/slide" Target="slides/slide330.xml"/><Relationship Id="rId336" Type="http://schemas.openxmlformats.org/officeDocument/2006/relationships/slide" Target="slides/slide331.xml"/><Relationship Id="rId337" Type="http://schemas.openxmlformats.org/officeDocument/2006/relationships/slide" Target="slides/slide332.xml"/><Relationship Id="rId338" Type="http://schemas.openxmlformats.org/officeDocument/2006/relationships/slide" Target="slides/slide333.xml"/><Relationship Id="rId339" Type="http://schemas.openxmlformats.org/officeDocument/2006/relationships/slide" Target="slides/slide334.xml"/><Relationship Id="rId340" Type="http://schemas.openxmlformats.org/officeDocument/2006/relationships/slide" Target="slides/slide335.xml"/><Relationship Id="rId341" Type="http://schemas.openxmlformats.org/officeDocument/2006/relationships/slide" Target="slides/slide336.xml"/><Relationship Id="rId342" Type="http://schemas.openxmlformats.org/officeDocument/2006/relationships/slide" Target="slides/slide337.xml"/><Relationship Id="rId343" Type="http://schemas.openxmlformats.org/officeDocument/2006/relationships/slide" Target="slides/slide338.xml"/><Relationship Id="rId344" Type="http://schemas.openxmlformats.org/officeDocument/2006/relationships/slide" Target="slides/slide339.xml"/><Relationship Id="rId345" Type="http://schemas.openxmlformats.org/officeDocument/2006/relationships/slide" Target="slides/slide340.xml"/><Relationship Id="rId346" Type="http://schemas.openxmlformats.org/officeDocument/2006/relationships/slide" Target="slides/slide341.xml"/><Relationship Id="rId347" Type="http://schemas.openxmlformats.org/officeDocument/2006/relationships/slide" Target="slides/slide342.xml"/><Relationship Id="rId348" Type="http://schemas.openxmlformats.org/officeDocument/2006/relationships/slide" Target="slides/slide343.xml"/><Relationship Id="rId349" Type="http://schemas.openxmlformats.org/officeDocument/2006/relationships/slide" Target="slides/slide344.xml"/><Relationship Id="rId350" Type="http://schemas.openxmlformats.org/officeDocument/2006/relationships/slide" Target="slides/slide345.xml"/><Relationship Id="rId351" Type="http://schemas.openxmlformats.org/officeDocument/2006/relationships/slide" Target="slides/slide346.xml"/><Relationship Id="rId352" Type="http://schemas.openxmlformats.org/officeDocument/2006/relationships/slide" Target="slides/slide347.xml"/><Relationship Id="rId353" Type="http://schemas.openxmlformats.org/officeDocument/2006/relationships/slide" Target="slides/slide348.xml"/><Relationship Id="rId354" Type="http://schemas.openxmlformats.org/officeDocument/2006/relationships/slide" Target="slides/slide349.xml"/><Relationship Id="rId355" Type="http://schemas.openxmlformats.org/officeDocument/2006/relationships/slide" Target="slides/slide350.xml"/><Relationship Id="rId356" Type="http://schemas.openxmlformats.org/officeDocument/2006/relationships/slide" Target="slides/slide351.xml"/><Relationship Id="rId357" Type="http://schemas.openxmlformats.org/officeDocument/2006/relationships/slide" Target="slides/slide352.xml"/><Relationship Id="rId358" Type="http://schemas.openxmlformats.org/officeDocument/2006/relationships/slide" Target="slides/slide353.xml"/><Relationship Id="rId359" Type="http://schemas.openxmlformats.org/officeDocument/2006/relationships/slide" Target="slides/slide354.xml"/><Relationship Id="rId360" Type="http://schemas.openxmlformats.org/officeDocument/2006/relationships/slide" Target="slides/slide355.xml"/><Relationship Id="rId361" Type="http://schemas.openxmlformats.org/officeDocument/2006/relationships/slide" Target="slides/slide356.xml"/><Relationship Id="rId362" Type="http://schemas.openxmlformats.org/officeDocument/2006/relationships/slide" Target="slides/slide357.xml"/><Relationship Id="rId363" Type="http://schemas.openxmlformats.org/officeDocument/2006/relationships/slide" Target="slides/slide358.xml"/><Relationship Id="rId364" Type="http://schemas.openxmlformats.org/officeDocument/2006/relationships/slide" Target="slides/slide359.xml"/><Relationship Id="rId365" Type="http://schemas.openxmlformats.org/officeDocument/2006/relationships/slide" Target="slides/slide360.xml"/><Relationship Id="rId366" Type="http://schemas.openxmlformats.org/officeDocument/2006/relationships/slide" Target="slides/slide361.xml"/><Relationship Id="rId367" Type="http://schemas.openxmlformats.org/officeDocument/2006/relationships/slide" Target="slides/slide362.xml"/><Relationship Id="rId368" Type="http://schemas.openxmlformats.org/officeDocument/2006/relationships/slide" Target="slides/slide363.xml"/><Relationship Id="rId369" Type="http://schemas.openxmlformats.org/officeDocument/2006/relationships/slide" Target="slides/slide364.xml"/><Relationship Id="rId370" Type="http://schemas.openxmlformats.org/officeDocument/2006/relationships/slide" Target="slides/slide365.xml"/><Relationship Id="rId371" Type="http://schemas.openxmlformats.org/officeDocument/2006/relationships/slide" Target="slides/slide366.xml"/><Relationship Id="rId372" Type="http://schemas.openxmlformats.org/officeDocument/2006/relationships/slide" Target="slides/slide367.xml"/><Relationship Id="rId373" Type="http://schemas.openxmlformats.org/officeDocument/2006/relationships/slide" Target="slides/slide368.xml"/><Relationship Id="rId374" Type="http://schemas.openxmlformats.org/officeDocument/2006/relationships/slide" Target="slides/slide369.xml"/><Relationship Id="rId375" Type="http://schemas.openxmlformats.org/officeDocument/2006/relationships/slide" Target="slides/slide370.xml"/><Relationship Id="rId376" Type="http://schemas.openxmlformats.org/officeDocument/2006/relationships/slide" Target="slides/slide371.xml"/><Relationship Id="rId377" Type="http://schemas.openxmlformats.org/officeDocument/2006/relationships/slide" Target="slides/slide372.xml"/><Relationship Id="rId378" Type="http://schemas.openxmlformats.org/officeDocument/2006/relationships/slide" Target="slides/slide373.xml"/><Relationship Id="rId379" Type="http://schemas.openxmlformats.org/officeDocument/2006/relationships/slide" Target="slides/slide374.xml"/><Relationship Id="rId380" Type="http://schemas.openxmlformats.org/officeDocument/2006/relationships/slide" Target="slides/slide375.xml"/><Relationship Id="rId381" Type="http://schemas.openxmlformats.org/officeDocument/2006/relationships/slide" Target="slides/slide376.xml"/><Relationship Id="rId382" Type="http://schemas.openxmlformats.org/officeDocument/2006/relationships/slide" Target="slides/slide377.xml"/><Relationship Id="rId383" Type="http://schemas.openxmlformats.org/officeDocument/2006/relationships/slide" Target="slides/slide378.xml"/><Relationship Id="rId384" Type="http://schemas.openxmlformats.org/officeDocument/2006/relationships/slide" Target="slides/slide379.xml"/><Relationship Id="rId385" Type="http://schemas.openxmlformats.org/officeDocument/2006/relationships/slide" Target="slides/slide380.xml"/><Relationship Id="rId386" Type="http://schemas.openxmlformats.org/officeDocument/2006/relationships/slide" Target="slides/slide381.xml"/><Relationship Id="rId387" Type="http://schemas.openxmlformats.org/officeDocument/2006/relationships/slide" Target="slides/slide382.xml"/><Relationship Id="rId388" Type="http://schemas.openxmlformats.org/officeDocument/2006/relationships/slide" Target="slides/slide383.xml"/><Relationship Id="rId389" Type="http://schemas.openxmlformats.org/officeDocument/2006/relationships/slide" Target="slides/slide384.xml"/><Relationship Id="rId390" Type="http://schemas.openxmlformats.org/officeDocument/2006/relationships/slide" Target="slides/slide385.xml"/><Relationship Id="rId391" Type="http://schemas.openxmlformats.org/officeDocument/2006/relationships/slide" Target="slides/slide386.xml"/><Relationship Id="rId392" Type="http://schemas.openxmlformats.org/officeDocument/2006/relationships/slide" Target="slides/slide387.xml"/><Relationship Id="rId393" Type="http://schemas.openxmlformats.org/officeDocument/2006/relationships/slide" Target="slides/slide388.xml"/><Relationship Id="rId394" Type="http://schemas.openxmlformats.org/officeDocument/2006/relationships/slide" Target="slides/slide389.xml"/><Relationship Id="rId395" Type="http://schemas.openxmlformats.org/officeDocument/2006/relationships/slide" Target="slides/slide390.xml"/><Relationship Id="rId396" Type="http://schemas.openxmlformats.org/officeDocument/2006/relationships/slide" Target="slides/slide391.xml"/><Relationship Id="rId397" Type="http://schemas.openxmlformats.org/officeDocument/2006/relationships/slide" Target="slides/slide392.xml"/><Relationship Id="rId398" Type="http://schemas.openxmlformats.org/officeDocument/2006/relationships/slide" Target="slides/slide393.xml"/><Relationship Id="rId399" Type="http://schemas.openxmlformats.org/officeDocument/2006/relationships/slide" Target="slides/slide394.xml"/><Relationship Id="rId400" Type="http://schemas.openxmlformats.org/officeDocument/2006/relationships/slide" Target="slides/slide395.xml"/><Relationship Id="rId401" Type="http://schemas.openxmlformats.org/officeDocument/2006/relationships/slide" Target="slides/slide396.xml"/><Relationship Id="rId402" Type="http://schemas.openxmlformats.org/officeDocument/2006/relationships/slide" Target="slides/slide397.xml"/><Relationship Id="rId403" Type="http://schemas.openxmlformats.org/officeDocument/2006/relationships/slide" Target="slides/slide398.xml"/><Relationship Id="rId404" Type="http://schemas.openxmlformats.org/officeDocument/2006/relationships/slide" Target="slides/slide399.xml"/><Relationship Id="rId405" Type="http://schemas.openxmlformats.org/officeDocument/2006/relationships/slide" Target="slides/slide400.xml"/><Relationship Id="rId406" Type="http://schemas.openxmlformats.org/officeDocument/2006/relationships/slide" Target="slides/slide401.xml"/><Relationship Id="rId407" Type="http://schemas.openxmlformats.org/officeDocument/2006/relationships/slide" Target="slides/slide402.xml"/><Relationship Id="rId408" Type="http://schemas.openxmlformats.org/officeDocument/2006/relationships/slide" Target="slides/slide403.xml"/><Relationship Id="rId409" Type="http://schemas.openxmlformats.org/officeDocument/2006/relationships/slide" Target="slides/slide404.xml"/><Relationship Id="rId410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</c:v>
                </c:pt>
                <c:pt idx="1">
                  <c:v>133</c:v>
                </c:pt>
                <c:pt idx="2">
                  <c:v>157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</c:v>
                </c:pt>
                <c:pt idx="1">
                  <c:v>156</c:v>
                </c:pt>
                <c:pt idx="2">
                  <c:v>184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195</c:v>
                </c:pt>
                <c:pt idx="1">
                  <c:v>179</c:v>
                </c:pt>
                <c:pt idx="2">
                  <c:v>211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</c:v>
                </c:pt>
                <c:pt idx="1">
                  <c:v>202</c:v>
                </c:pt>
                <c:pt idx="2">
                  <c:v>238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245</c:v>
                </c:pt>
                <c:pt idx="1">
                  <c:v>225</c:v>
                </c:pt>
                <c:pt idx="2">
                  <c:v>265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270</c:v>
                </c:pt>
                <c:pt idx="1">
                  <c:v>248</c:v>
                </c:pt>
                <c:pt idx="2">
                  <c:v>292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295</c:v>
                </c:pt>
                <c:pt idx="1">
                  <c:v>271</c:v>
                </c:pt>
                <c:pt idx="2">
                  <c:v>319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320</c:v>
                </c:pt>
                <c:pt idx="1">
                  <c:v>294</c:v>
                </c:pt>
                <c:pt idx="2">
                  <c:v>346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L/s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345</c:v>
                </c:pt>
                <c:pt idx="1">
                  <c:v>317</c:v>
                </c:pt>
                <c:pt idx="2">
                  <c:v>373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12</c:v>
                </c:pt>
                <c:pt idx="2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drawing items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</c:v>
                </c:pt>
                <c:pt idx="1">
                  <c:v>101</c:v>
                </c:pt>
                <c:pt idx="2">
                  <c:v>119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110</c:v>
                </c:pt>
                <c:pt idx="2">
                  <c:v>130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129</c:v>
                </c:pt>
                <c:pt idx="2">
                  <c:v>151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</c:v>
                </c:pt>
                <c:pt idx="1">
                  <c:v>138</c:v>
                </c:pt>
                <c:pt idx="2">
                  <c:v>162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</c:v>
                </c:pt>
                <c:pt idx="1">
                  <c:v>147</c:v>
                </c:pt>
                <c:pt idx="2">
                  <c:v>173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170</c:v>
                </c:pt>
                <c:pt idx="1">
                  <c:v>156</c:v>
                </c:pt>
                <c:pt idx="2">
                  <c:v>184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166</c:v>
                </c:pt>
                <c:pt idx="2">
                  <c:v>194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mm connector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190</c:v>
                </c:pt>
                <c:pt idx="1">
                  <c:v>175</c:v>
                </c:pt>
                <c:pt idx="2">
                  <c:v>205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</c:v>
                </c:pt>
                <c:pt idx="1">
                  <c:v>12</c:v>
                </c:pt>
                <c:pt idx="2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</c:v>
                </c:pt>
                <c:pt idx="1">
                  <c:v>13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14</c:v>
                </c:pt>
                <c:pt idx="2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</c:v>
                </c:pt>
                <c:pt idx="1">
                  <c:v>15</c:v>
                </c:pt>
                <c:pt idx="2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</c:v>
                </c:pt>
                <c:pt idx="1">
                  <c:v>16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17</c:v>
                </c:pt>
                <c:pt idx="2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17</c:v>
                </c:pt>
                <c:pt idx="2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kW design load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19</c:v>
                </c:pt>
                <c:pt idx="2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6</c:v>
                </c:pt>
                <c:pt idx="2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8</c:v>
                </c:pt>
                <c:pt idx="2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9</c:v>
                </c:pt>
                <c:pt idx="2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coordination issues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Option A</c:v>
                </c:pt>
                <c:pt idx="2">
                  <c:v>Option 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11</c:v>
                </c:pt>
                <c:pt idx="2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3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WSQ · FOUR DAYS · 32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Autodesk Certified Professional (ACP) for Revit Mechanical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9" name="Picture 8" descr="mechanical-bim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600200"/>
            <a:ext cx="6629400" cy="37310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1627632"/>
            <a:ext cx="475488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293E"/>
                </a:solidFill>
                <a:latin typeface="Arial"/>
              </a:defRPr>
            </a:pPr>
            <a:r>
              <a:t>Mechanical BIM</a:t>
            </a:r>
          </a:p>
          <a:p>
            <a:pPr>
              <a:defRPr sz="2600" b="1">
                <a:solidFill>
                  <a:srgbClr val="10293E"/>
                </a:solidFill>
                <a:latin typeface="Arial"/>
              </a:defRPr>
            </a:pPr>
            <a:r>
              <a:t>from model to issued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56632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0293E"/>
                </a:solidFill>
                <a:latin typeface="Arial"/>
              </a:defRPr>
            </a:pPr>
            <a:r>
              <a:t>TGS-2023036661  ·  v7.0  ·  14 September 2026</a:t>
            </a:r>
          </a:p>
          <a:p>
            <a:pPr>
              <a:defRPr sz="1400" b="0">
                <a:solidFill>
                  <a:srgbClr val="10293E"/>
                </a:solidFill>
                <a:latin typeface="Arial"/>
              </a:defRPr>
            </a:pPr>
            <a:r>
              <a:t>Tertiary Infotech Academy Pte Ltd · UEN 201200696W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AM · PM · Assessment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LO1: Execute mechanical calculations and build conceptual duct and piping designs with a Basis of Design.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LO2: Produce coordinated mechanical schedules, plans, sections, sheets and revisions.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LO3: Create and validate MEP families, connectors and parameters for accurate BIM models.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LO4: Review analytical spaces, zones, energy inputs and calculated values against project criteria.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LO5: Coordinate linked models, clashes, standards and handover evidence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Course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Model → Document → Family → Analyse → Coordinate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Assessment briefing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Written SAQ 60 min · Practical Performance 120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584" y="256032"/>
            <a:ext cx="1097252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787"/>
                </a:solidFill>
                <a:latin typeface="Arial"/>
              </a:defRPr>
            </a:pPr>
            <a:r>
              <a:rPr sz="2600" b="1">
                <a:solidFill/>
              </a:rPr>
              <a:t>Login to LMS and Download Course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9" name="Picture 8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372" y="1124712"/>
            <a:ext cx="9552951" cy="475259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09584" y="5959602"/>
            <a:ext cx="10972527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Open LMS-TMS → Courseware Link → current Learner Guide and Labs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Trainer profile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Name · professional credentials · Revit/MEP project experience · contact channel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 Alfred Ang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10607040" cy="338328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74519"/>
            <a:ext cx="73152" cy="338328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04872"/>
            <a:ext cx="1019556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Tertiary Infotech Academy · course delivery profile. Verify live biography and credentials before presenting.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COURSE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606040" cy="21945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73152" cy="219456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865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2194560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K1–K8 · 60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240280"/>
            <a:ext cx="2606040" cy="21945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240280"/>
            <a:ext cx="73152" cy="219456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3865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770632"/>
            <a:ext cx="2194560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A1–A9 · 120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40280"/>
            <a:ext cx="2606040" cy="21945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240280"/>
            <a:ext cx="73152" cy="219456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3865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770632"/>
            <a:ext cx="2194560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Evidence and C/NYC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2240280"/>
            <a:ext cx="2606040" cy="21945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35440" y="2240280"/>
            <a:ext cx="73152" cy="219456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38658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SIGN-OFF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770632"/>
            <a:ext cx="2194560" cy="159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Assessor and candidate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Mechanical equipment and system classification.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mechanical / equipment / and / system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145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9" name="Picture 8" descr="mechanical-servic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6400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COORDINATION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Mechanical equipment and system classification.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145 L/s through two branches = 72 L/s each. At 0.08 m², face velocity = 1.81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Mechanical equipment and system classification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Mechanical equipment and system classification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equipment and system classification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Mechanical equipment and system classification.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Air terminals and design airflow.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air / terminals / and / design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170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Air terminals and design airflow.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170 L/s through two branches = 85 L/s each. At 0.08 m², face velocity = 2.12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Air terminals and design airflow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Air terminals and design airflow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Air terminals and design airflow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Air terminals and design airflow.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Supply, return and exhaust duct systems.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supply, / return / and / exhaust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195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Supply, return and exhaust duct systems.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195 L/s through two branches = 98 L/s each. At 0.08 m², face velocity = 2.44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Supply, return and exhaust duct systems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Supply, return and exhaust duct systems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Supply, return and exhaust duct systems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Supply, return and exhaust duct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Duct types, routing and fittings.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duct / types, / routing / and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220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Duct types, routing and fittings.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220 L/s through two branches = 110 L/s each. At 0.08 m², face velocity = 2.75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Duct types, routing and fittings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Duct types, routing and fittings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types, routing and fittings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Duct types, routing and fittings.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Duct sizing and pressure loss.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duct / sizing / and / pressure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245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Duct sizing and pressure loss.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245 L/s through two branches = 122 L/s each. At 0.08 m², face velocity = 3.06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Duct sizing and pressure loss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Duct sizing and pressure loss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sizing and pressure loss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Duct sizing and pressure loss.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Plumbing fixtures and pipe systems.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plumbing / fixtures / and / pipe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270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Plumbing fixtures and pipe systems.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270 L/s through two branches = 135 L/s each. At 0.08 m², face velocity = 3.38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Plumbing fixtures and pipe systems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Plumbing fixtures and pipe systems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Plumbing fixtures and pipe systems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Plumbing fixtures and pipe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Hydronic equipment and pipe sizing.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hydronic / equipment / and / pipe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295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Hydronic equipment and pipe sizing.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295 L/s through two branches = 148 L/s each. At 0.08 m², face velocity = 3.69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Hydronic equipment and pipe sizing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Hydronic equipment and pipe sizing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equipment and pipe sizing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Hydronic equipment and pipe sizing.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Fire protection sprinklers and branch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fire / protection / sprinklers / and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320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Fire protection sprinklers and branch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320 L/s through two branches = 160 L/s each. At 0.08 m², face velocity = 4.00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Fire protection sprinklers and branch flow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Fire protection sprinklers and branch flow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Fire protection sprinklers and branch flow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Fire protection sprinklers and branch flow.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System Browser and unassigned connectors.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category, system type, connector classification and flow.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MEP element and logical system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system / browser / and / unassigned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category, system type, connector classification and flow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345 L/s.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System Browser and unassigned connectors.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supply 345 L/s through two branches = 172 L/s each. At 0.08 m², face velocity = 4.31 m/s.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System Browser and unassigned connectors is missing or inconsistent, isolate connector classification, flow setting, sizing constraint and System Browser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System Browser and unassigned connectors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K1 K2 A1 A2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Browser and unassigned connectors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System Browser and unassigned connectors.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K1 K2 A1 A2; Lab 03.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01 — Establish MEP project and link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clean mechanical project and link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linked architecture, levels, shared coordinates; working RVT, schedule and PDF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01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02 — Place equipment and air terminals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equipment and terminal layout with a connector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AHU, diffusers, flow assignment; working RVT, schedule and PDF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02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03 — Build and size a duct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connected supply system with calculated airflow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supply duct, branches, fittings and sizing; working RVT, schedule and PDF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1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03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View templates and discipline visibility.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view / templates / and / discipline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6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91</a:t>
            </a:r>
          </a:p>
        </p:txBody>
      </p:sp>
      <p:pic>
        <p:nvPicPr>
          <p:cNvPr id="9" name="Picture 8" descr="mechanical-servic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6400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COORDINATION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View templates and discipline visibility.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6 scheduled items, 5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View templates and discipline visibility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View templates and discipline visibility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View templates and discipline visibility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View templates and discipline visibility.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Mechanical plans, sections and callouts.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mechanical / plans, / sections / and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7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Mechanical plans, sections and callouts.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7 scheduled items, 6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Mechanical plans, sections and callouts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Mechanical plans, sections and callouts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Mechanical plans, sections and callouts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Mechanical plans, sections and callouts.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Duct and pipe schedules.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duct / and / pipe / schedules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8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Duct and pipe schedules.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8 scheduled items, 7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Duct and pipe schedules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Duct and pipe schedules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and pipe schedules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Duct and pipe schedules.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Equipment schedules and calculated fields.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equipment / schedules / and / calculated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9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Equipment schedules and calculated fields.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9 scheduled items, 8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Equipment schedules and calculated fields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Equipment schedules and calculated fields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119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Equipment schedules and calculated fields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Equipment schedules and calculated fields.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Sheets, titleblocks and viewports.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sheets, / titleblocks / and / viewports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10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Sheets, titleblocks and viewports.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10 scheduled items, 9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Sheets, titleblocks and viewports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Sheets, titleblocks and viewports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Sheets, titleblocks and viewports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Sheets, titleblocks and viewports.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Revision clouds and issue metadata.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revision / clouds / and / issue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11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Revision clouds and issue metadata.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11 scheduled items, 10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Revision clouds and issue metadata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Revision clouds and issue metadata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clouds and issue metadata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Revision clouds and issue metadata.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Phasing for existing and new systems.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phasing / for / existing / and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12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Phasing for existing and new systems.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12 scheduled items, 11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Phasing for existing and new systems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Phasing for existing and new systems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Phasing for existing and new systems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Phasing for existing and new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Tags, keynotes and annotation families.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tags, / keynotes / and / annotation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13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Tags, keynotes and annotation families.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13 scheduled items, 12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149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Tags, keynotes and annotation families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Tags, keynotes and annotation families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Tags, keynotes and annotation families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Tags, keynotes and annotation families.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Drawing QA and coordination notes.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view template, phase, discipline, filter and annotation.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view, schedule or issued sheet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drawing / qa / and / coordination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view template, phase, discipline, filter and annotation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14 drawing items.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Drawing QA and coordination notes.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issue check: 14 scheduled items, 13 tagged on sheet → 1 unresolved drawing discrepancy.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Drawing QA and coordination notes is missing or inconsistent, isolate view template, phase filter, schedule filter and sheet revision.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Drawing QA and coordination notes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159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K3 K4 A3 A4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Drawing QA and coordination notes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Drawing QA and coordination notes.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K3 K4 A3 A4; Lab 06.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04 — Create mechanical views and templates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mechanical view set with consistent visibility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floor plan, section, view template; working RVT, schedule and PDF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04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05 — Schedule equipment ducts and pipes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three auditable schedules with units and filters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equipment, duct and pipe schedule fields; working RVT, schedule and PDF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05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06 — Issue sheets tags and revisions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issued drawing set with revision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sheet, viewport, tags, revision cloud; working RVT, schedule and PDF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2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06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Family category and part type.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family / category / and / part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110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169</a:t>
            </a:r>
          </a:p>
        </p:txBody>
      </p:sp>
      <p:pic>
        <p:nvPicPr>
          <p:cNvPr id="9" name="Picture 8" descr="mechanical-servic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6400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COORDINATION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Family category and part type.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Ø110 mm: area = π×(0.11 m)²/4 = 0.010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Family category and part type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Family category and part type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category and part type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Family category and part 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Hosted versus non-hosted equipment.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hosted / versus / non-hosted / equipment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120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Hosted versus non-hosted equipment.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Ø120 mm: area = π×(0.12 m)²/4 = 0.011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Hosted versus non-hosted equipment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Hosted versus non-hosted equipment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Hosted versus non-hosted equipment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Hosted versus non-hosted equipment.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Duct connectors and flow direction.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duct / connectors / and / flow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130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Duct connectors and flow direction.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Ø130 mm: area = π×(0.13 m)²/4 = 0.013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Duct connectors and flow direction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Duct connectors and flow direction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189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connectors and flow direction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Duct connectors and flow direction.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Pipe connectors and system classification.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pipe / connectors / and / system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140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Pipe connectors and system classification.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Ø140 mm: area = π×(0.14 m)²/4 = 0.015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Pipe connectors and system classification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Pipe connectors and system classification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Pipe connectors and system classification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Pipe connectors and system classification.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Connector dimensions and associations.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connector / dimensions / and / associations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150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Connector dimensions and associations.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Ø150 mm: area = π×(0.15 m)²/4 = 0.018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Connector dimensions and associations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Connector dimensions and associations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Connector dimensions and associations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Connector dimensions and associations.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Family type and instance parameters.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family / type / and / instance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160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Family type and instance parameters.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Ø160 mm: area = π×(0.16 m)²/4 = 0.020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Family type and instance parameters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Family type and instance parameters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type and instance parameters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Family type and instance parameters.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08.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Shared parameters and schedule identity.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/ parameters / and / schedule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170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Shared parameters and schedule identity.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Ø170 mm: area = π×(0.17 m)²/4 = 0.023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Shared parameters and schedule identity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Shared parameters and schedule identity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Shared parameters and schedule identity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Shared parameters and schedule identity.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09.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Visibility controls and detail levels.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visibility / controls / and / detail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180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Visibility controls and detail levels.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Ø180 mm: area = π×(0.18 m)²/4 = 0.025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Visibility controls and detail levels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Visibility controls and detail levels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Visibility controls and detail levels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Visibility controls and detail levels.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09.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Family formulas and flex validation.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family category, host, type parameter and connector.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loadable family type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family / formulas / and / flex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family category, host, type parameter and connector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190 mm connector.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Family formulas and flex validation.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round connector Ø190 mm: area = π×(0.19 m)²/4 = 0.028 m².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Family formulas and flex validation is missing or inconsistent, isolate connector classification, direction, host and family type association.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Family formulas and flex validation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K5 K6 A5 A6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Family formulas and flex validation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Family formulas and flex validation.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K5 K6 A5 A6; Lab 09.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07 — Build an equipment family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239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loadable mechanical equipment family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family category, types and host; working RVT, schedule and PDF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07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08 — Configure HVAC and pipe connectors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family with valid HVAC and piping connectors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connector classification, flow direction, dimensions; working RVT, schedule and PDF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08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09 — Flex test parameters and annotation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flex-tested family and 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shared parameter, formula, visibility; working RVT, schedule and PDF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3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09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Energy settings and analytical model.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energy / settings / and / analytical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13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247</a:t>
            </a:r>
          </a:p>
        </p:txBody>
      </p:sp>
      <p:pic>
        <p:nvPicPr>
          <p:cNvPr id="9" name="Picture 8" descr="mechanical-servic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6400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COORDINATION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Energy settings and analytical model.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13 kW at ΔT 10 K: airflow ≈ 1.08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249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Energy settings and analytical model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Energy settings and analytical model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Energy settings and analytical model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Energy settings and analytical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Rooms, spaces and analytical boundaries.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rooms, / spaces / and / analytical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14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Rooms, spaces and analytical boundaries.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14 kW at ΔT 10 K: airflow ≈ 1.16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Rooms, spaces and analytical boundaries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Rooms, spaces and analytical boundaries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259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Rooms, spaces and analytical boundaries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Rooms, spaces and analytical boundaries.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System zones and zone equipment.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system / zones / and / zone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15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System zones and zone equipment.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15 kW at ΔT 10 K: airflow ≈ 1.24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System zones and zone equipment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System zones and zone equipment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System zones and zone equipment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System zones and zone equipment.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269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Supply air and ventilation loads.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supply / air / and / ventilation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16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Supply air and ventilation loads.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16 kW at ΔT 10 K: airflow ≈ 1.33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Supply air and ventilation loads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Supply air and ventilation loads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Supply air and ventilation loads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Supply air and ventilation loads.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Heating and cooling load checks.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heating / and / cooling / load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17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279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Heating and cooling load checks.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17 kW at ΔT 10 K: airflow ≈ 1.41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Heating and cooling load checks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Heating and cooling load checks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Heating and cooling load checks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Heating and cooling load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Duct velocity and pressure-drop checks.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duct / velocity / and / pressure-drop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18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Duct velocity and pressure-drop checks.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18 kW at ΔT 10 K: airflow ≈ 1.49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289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Duct velocity and pressure-drop checks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Duct velocity and pressure-drop checks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Duct velocity and pressure-drop checks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Duct velocity and pressure-drop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11.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Hydronic flow and pipe loss checks.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hydronic / flow / and / pipe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19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Hydronic flow and pipe loss checks.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19 kW at ΔT 10 K: airflow ≈ 1.58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Hydronic flow and pipe loss checks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Hydronic flow and pipe loss checks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299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Hydronic flow and pipe loss checks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Hydronic flow and pipe loss checks.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Thermal properties of constructions.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thermal / properties / of / constructions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20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Thermal properties of constructions.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20 kW at ΔT 10 K: airflow ≈ 1.66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Thermal properties of constructions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Thermal properties of constructions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Thermal properties of constructions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Thermal properties of constructions.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Calculated values and exception review.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space boundary, zone, analytical settings and thermal property.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analytical space, zone or calculated result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calculated / values / and / exception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space boundary, zone, analytical settings and thermal property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21 kW design load.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Calculated values and exception review.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sensible load 21 kW at ΔT 10 K: airflow ≈ 1.74 m³/s using ρ=1.2 kg/m³ and cp=1.005 kJ/kg·K.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Calculated values and exception review is missing or inconsistent, isolate room boundary, zone assignment, energy setting and material thermal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Calculated values and exception review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K7 A7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Calculated values and exception review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Calculated values and exception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K7 A7; Lab 12.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10 — Create spaces zones and energy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energy model and zone mapping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rooms, spaces, analytical surfaces and zones; working RVT, schedule and PDF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10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11 — Review airflow loads and duct sizing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319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load and airflow reconciliation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terminal flow, zone loads, sizing constraints; working RVT, schedule and PDF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11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12 — Build hydronic piping and check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piping network and pressure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pump, hydronic circuit, pipe sizing; working RVT, schedule and PDF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4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12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Link architecture and shared coordinates.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link / architecture / and / shared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4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325</a:t>
            </a:r>
          </a:p>
        </p:txBody>
      </p:sp>
      <p:pic>
        <p:nvPicPr>
          <p:cNvPr id="9" name="Picture 8" descr="mechanical-services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6400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COORDINATION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Link architecture and shared coordinates.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4 baseline issues; Option A resolves 2 leaving 2; Option B resolves 3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Link architecture and shared coordinates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Link architecture and shared coordinates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Link architecture and shared coordinates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Link architecture and shared coordinates.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Worksets and central model ownership.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worksets / and / central / model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5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Worksets and central model ownership.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5 baseline issues; Option A resolves 3 leaving 2; Option B resolves 4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Worksets and central model ownership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Worksets and central model ownership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Worksets and central model ownership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Worksets and central model ownership.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339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Copy/Monitor of levels and grids.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copy/monitor / of / levels / and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6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Copy/Monitor of levels and grids.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6 baseline issues; Option A resolves 4 leaving 2; Option B resolves 5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Copy/Monitor of levels and grids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Copy/Monitor of levels and grids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Copy/Monitor of levels and grids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Copy/Monitor of levels and grids.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Interference checks and clash records.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interference / checks / and / clash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7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349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Interference checks and clash records.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7 baseline issues; Option A resolves 5 leaving 2; Option B resolves 6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Interference checks and clash records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Interference checks and clash records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Interference checks and clash records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Interference checks and clash records.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Model review and issue assignment.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model / review / and / issue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8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Model review and issue assignment.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8 baseline issues; Option A resolves 6 leaving 2; Option B resolves 7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359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Model review and issue assignment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Model review and issue assignment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Model review and issue assignment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Model review and issue assignment.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Design options for route alternatives.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design / options / for / route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9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Design options for route alternatives.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9 baseline issues; Option A resolves 7 leaving 2; Option B resolves 8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Design options for route alternatives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Design options for route alternatives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369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Design options for route alternatives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Design options for route alternatives.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14.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Project standards transfer.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project / standards / transfer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10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Project standards transfer.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10 baseline issues; Option A resolves 8 leaving 2; Option B resolves 9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Project standards transfer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Project standards transfer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Project standards transfer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Project standards transfer.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379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IFC, PDF and schedule export.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ifc, / pdf / and / schedule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11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IFC, PDF and schedule export.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11 baseline issues; Option A resolves 9 leaving 2; Option B resolves 10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IFC, PDF and schedule export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IFC, PDF and schedule export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IFC, PDF and schedule export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IFC, PDF and schedule export.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Model anatomy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Input: Revision handover and evidence register.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Control: link coordinates, workset, issue ID and revision.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Output: a named linked model, coordination issue or export with a traceable element 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revision / handover / and / evidence in its relevant Revit view, browser or schedule.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Parameter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brief → link coordinates, workset, issue ID and revision → model state → drawing or report.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value: 12 coordination issues.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units, discipline and type versus instance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PARAMETER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Coordinated model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389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 provides levels and room bounds. Mechanical model owns Revision handover and evidence register.</a:t>
            </a:r>
          </a:p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 coordination view must expose both without duplicating source elements.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Check shared coordinates and linked-model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MEP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Worked design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Illustrative coordination review: 12 baseline issues; Option A resolves 10 leaving 2; Option B resolves 11 leaving 1. Compare cost and effort.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Validate the illustrative calculation against project criteria and model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FORMULA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Failure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If Revision handover and evidence register is missing or inconsistent, isolate shared coordinates, link reload, workset ownership and issue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Capture element ID and exact property before changing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SYMPTOM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CAUSE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FIX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Accept Revision handover and evidence register only when the model object, schedule total, drawing annotation and Basis of Design agree.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Escalate mismatches with revision and owner.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APPROVE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Quantitative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" y="182880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818120" y="1965960"/>
            <a:ext cx="3429000" cy="3749039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965960"/>
            <a:ext cx="73152" cy="3749039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1226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DESIGN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96312"/>
            <a:ext cx="3017520" cy="3145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Choose only after domain criteria and project requirements are checked.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K8 A8 A9 ·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Revision handover and evidence register — Evidence handoff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640080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5989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MECHANISM / ARTIFACT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598932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Package: relevant RVT view + schedule extract + issue record + revision on sheet for Revision handover and evidence register.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828800"/>
            <a:ext cx="3931920" cy="411480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1828800"/>
            <a:ext cx="73152" cy="41148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975104"/>
            <a:ext cx="35204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359152"/>
            <a:ext cx="3520439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Criteria: K8 A8 A9; Lab 15.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4840"/>
            <a:ext cx="1261872" cy="749808"/>
          </a:xfrm>
          <a:prstGeom prst="rect">
            <a:avLst/>
          </a:prstGeom>
          <a:solidFill>
            <a:srgbClr val="145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RVT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23744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87751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3904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87368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36008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5F9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2976" y="4434840"/>
            <a:ext cx="1261872" cy="749808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6984" y="4617720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REVISION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13 — Link and coordinate discipline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395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linked coordination model and change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architecture link, workset, copy-monitor; working RVT, schedule and PDF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13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396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14 — Resolve clashes and evaluate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397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resolved clash register with option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interference report, design options, issue owner; working RVT, schedule and PDF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14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398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15 — Export and defend the mechanical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399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handover bundle and signed evidence register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828800"/>
            <a:ext cx="521208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59152"/>
            <a:ext cx="48006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project standards, IFC, PDF, final QA; working RVT, schedule and PDF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TOPIC 5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Lab 15 —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PASS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System Browser assignment · model schedule reconciliation · linked architecture · revisioned sheet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WA +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WA: eight open-ended questions, 60 min. PP: three integrated tasks, 120 min. Submit through LMS-TMS.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Assessment flow and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Question paper → assessor review → Competent / Not Yet Competent → signed record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TRAQOM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Record assessment attendance in the approved digital attendance system.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787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93E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11155680" cy="2286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Autodesk Certified Professional (ACP) for Revit Mechanical Design · TGS-2023036661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B5C6A"/>
                </a:solidFill>
                <a:latin typeface="Arial"/>
              </a:defRPr>
            </a:pPr>
            <a:r>
              <a:t>404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828800"/>
            <a:ext cx="10607040" cy="3474720"/>
          </a:xfrm>
          <a:prstGeom prst="rect">
            <a:avLst/>
          </a:prstGeom>
          <a:solidFill>
            <a:srgbClr val="EF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828800"/>
            <a:ext cx="73152" cy="3474720"/>
          </a:xfrm>
          <a:prstGeom prst="rect">
            <a:avLst/>
          </a:prstGeom>
          <a:solidFill>
            <a:srgbClr val="008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975104"/>
            <a:ext cx="10195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5F96"/>
                </a:solidFill>
                <a:latin typeface="Arial"/>
              </a:defRPr>
            </a:pPr>
            <a:r>
              <a:t>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9152"/>
            <a:ext cx="1019556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0293E"/>
                </a:solidFill>
                <a:latin typeface="Arial"/>
              </a:defRPr>
            </a:pPr>
            <a:r>
              <a:t>Retain your RVT, exported sheet and evidence register for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